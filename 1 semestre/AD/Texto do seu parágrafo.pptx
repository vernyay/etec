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raggy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6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ck/a?!&amp;&amp;p=03c26205177e11fb29592c10187eabbf91ee89568e4a7b1c9757892bd209a1b7JmltdHM9MTc3NTc3OTIwMA&amp;ptn=3&amp;ver=2&amp;hsh=4&amp;fclid=0d7ec352-58ed-6901-36db-d465599468f9&amp;u=a1aHR0cHM6Ly9yYWJpc2NvZGFoaXN0b3JpYS5jb20vcmVsYWNhby1lbnRyZS10ZWNub2xvZ2lhLWUtc29jaWVkYWRlLWltcGFjdG9zLWUtcG9zc2liaWxpZGFkZXMv&amp;ntb=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1314">
            <a:off x="-1978295" y="857"/>
            <a:ext cx="9722940" cy="4608269"/>
          </a:xfrm>
          <a:custGeom>
            <a:avLst/>
            <a:gdLst/>
            <a:ahLst/>
            <a:cxnLst/>
            <a:rect l="l" t="t" r="r" b="b"/>
            <a:pathLst>
              <a:path w="9722940" h="4608269">
                <a:moveTo>
                  <a:pt x="0" y="0"/>
                </a:moveTo>
                <a:lnTo>
                  <a:pt x="9722940" y="0"/>
                </a:lnTo>
                <a:lnTo>
                  <a:pt x="9722940" y="4608268"/>
                </a:lnTo>
                <a:lnTo>
                  <a:pt x="0" y="460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99029" y="3833744"/>
            <a:ext cx="12354291" cy="3797716"/>
            <a:chOff x="0" y="0"/>
            <a:chExt cx="3253805" cy="10002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3805" cy="1000222"/>
            </a:xfrm>
            <a:custGeom>
              <a:avLst/>
              <a:gdLst/>
              <a:ahLst/>
              <a:cxnLst/>
              <a:rect l="l" t="t" r="r" b="b"/>
              <a:pathLst>
                <a:path w="3253805" h="1000222">
                  <a:moveTo>
                    <a:pt x="10653" y="0"/>
                  </a:moveTo>
                  <a:lnTo>
                    <a:pt x="3243152" y="0"/>
                  </a:lnTo>
                  <a:cubicBezTo>
                    <a:pt x="3245977" y="0"/>
                    <a:pt x="3248687" y="1122"/>
                    <a:pt x="3250685" y="3120"/>
                  </a:cubicBezTo>
                  <a:cubicBezTo>
                    <a:pt x="3252682" y="5118"/>
                    <a:pt x="3253805" y="7828"/>
                    <a:pt x="3253805" y="10653"/>
                  </a:cubicBezTo>
                  <a:lnTo>
                    <a:pt x="3253805" y="989568"/>
                  </a:lnTo>
                  <a:cubicBezTo>
                    <a:pt x="3253805" y="992394"/>
                    <a:pt x="3252682" y="995104"/>
                    <a:pt x="3250685" y="997101"/>
                  </a:cubicBezTo>
                  <a:cubicBezTo>
                    <a:pt x="3248687" y="999099"/>
                    <a:pt x="3245977" y="1000222"/>
                    <a:pt x="3243152" y="1000222"/>
                  </a:cubicBezTo>
                  <a:lnTo>
                    <a:pt x="10653" y="1000222"/>
                  </a:lnTo>
                  <a:cubicBezTo>
                    <a:pt x="7828" y="1000222"/>
                    <a:pt x="5118" y="999099"/>
                    <a:pt x="3120" y="997101"/>
                  </a:cubicBezTo>
                  <a:cubicBezTo>
                    <a:pt x="1122" y="995104"/>
                    <a:pt x="0" y="992394"/>
                    <a:pt x="0" y="989568"/>
                  </a:cubicBezTo>
                  <a:lnTo>
                    <a:pt x="0" y="10653"/>
                  </a:lnTo>
                  <a:cubicBezTo>
                    <a:pt x="0" y="7828"/>
                    <a:pt x="1122" y="5118"/>
                    <a:pt x="3120" y="3120"/>
                  </a:cubicBezTo>
                  <a:cubicBezTo>
                    <a:pt x="5118" y="1122"/>
                    <a:pt x="7828" y="0"/>
                    <a:pt x="1065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53805" cy="1038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36131" y="3683832"/>
            <a:ext cx="5814893" cy="242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06"/>
              </a:lnSpc>
              <a:spcBef>
                <a:spcPct val="0"/>
              </a:spcBef>
            </a:pPr>
            <a:r>
              <a:rPr lang="en-US" sz="12719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Releitura: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64253" y="5907843"/>
            <a:ext cx="9773543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Sua relação entre tecnologia e sociedade</a:t>
            </a:r>
          </a:p>
        </p:txBody>
      </p:sp>
      <p:sp>
        <p:nvSpPr>
          <p:cNvPr id="8" name="Freeform 8"/>
          <p:cNvSpPr/>
          <p:nvPr/>
        </p:nvSpPr>
        <p:spPr>
          <a:xfrm rot="1073942">
            <a:off x="13658619" y="637067"/>
            <a:ext cx="4701785" cy="3531299"/>
          </a:xfrm>
          <a:custGeom>
            <a:avLst/>
            <a:gdLst/>
            <a:ahLst/>
            <a:cxnLst/>
            <a:rect l="l" t="t" r="r" b="b"/>
            <a:pathLst>
              <a:path w="4701785" h="3531299">
                <a:moveTo>
                  <a:pt x="0" y="0"/>
                </a:moveTo>
                <a:lnTo>
                  <a:pt x="4701786" y="0"/>
                </a:lnTo>
                <a:lnTo>
                  <a:pt x="4701786" y="3531299"/>
                </a:lnTo>
                <a:lnTo>
                  <a:pt x="0" y="3531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9295130"/>
            <a:ext cx="7246601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Willian Raphael Turma-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42411" y="-21272"/>
            <a:ext cx="9440168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Tecnologia e sociedade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6975" y="1506798"/>
            <a:ext cx="16415317" cy="8550842"/>
            <a:chOff x="0" y="0"/>
            <a:chExt cx="4323376" cy="22520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3376" cy="2252074"/>
            </a:xfrm>
            <a:custGeom>
              <a:avLst/>
              <a:gdLst/>
              <a:ahLst/>
              <a:cxnLst/>
              <a:rect l="l" t="t" r="r" b="b"/>
              <a:pathLst>
                <a:path w="4323376" h="2252074">
                  <a:moveTo>
                    <a:pt x="8018" y="0"/>
                  </a:moveTo>
                  <a:lnTo>
                    <a:pt x="4315358" y="0"/>
                  </a:lnTo>
                  <a:cubicBezTo>
                    <a:pt x="4319786" y="0"/>
                    <a:pt x="4323376" y="3590"/>
                    <a:pt x="4323376" y="8018"/>
                  </a:cubicBezTo>
                  <a:lnTo>
                    <a:pt x="4323376" y="2244056"/>
                  </a:lnTo>
                  <a:cubicBezTo>
                    <a:pt x="4323376" y="2248484"/>
                    <a:pt x="4319786" y="2252074"/>
                    <a:pt x="4315358" y="2252074"/>
                  </a:cubicBezTo>
                  <a:lnTo>
                    <a:pt x="8018" y="2252074"/>
                  </a:lnTo>
                  <a:cubicBezTo>
                    <a:pt x="3590" y="2252074"/>
                    <a:pt x="0" y="2248484"/>
                    <a:pt x="0" y="2244056"/>
                  </a:cubicBezTo>
                  <a:lnTo>
                    <a:pt x="0" y="8018"/>
                  </a:lnTo>
                  <a:cubicBezTo>
                    <a:pt x="0" y="3590"/>
                    <a:pt x="3590" y="0"/>
                    <a:pt x="8018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23376" cy="2290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0876" y="1535747"/>
            <a:ext cx="14823239" cy="852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2"/>
              </a:lnSpc>
              <a:spcBef>
                <a:spcPct val="0"/>
              </a:spcBef>
            </a:pPr>
            <a:r>
              <a:rPr lang="en-US" sz="4816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A </a:t>
            </a:r>
            <a:r>
              <a:rPr lang="en-US" sz="4816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relação</a:t>
            </a:r>
            <a:r>
              <a:rPr lang="en-US" sz="4816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ntre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tecnologia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sociedade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é </a:t>
            </a:r>
            <a:r>
              <a:rPr lang="pt-BR" sz="4816" strike="noStrike" dirty="0" smtClean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complexa</a:t>
            </a:r>
            <a:r>
              <a:rPr lang="en-US" sz="4816" strike="noStrike" dirty="0" smtClean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multifacetada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. 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tecnologia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tem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transformado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a forma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como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nos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comunicamos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aprendemos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trabalhamos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nos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relacionamos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. No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entanto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também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traz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desafios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como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exclusão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digital, 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dependência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tecnológica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riscos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à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privacidade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. É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essencial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que 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sociedade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esteja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preparada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para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lidar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com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avanços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tecnológicos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seus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impactos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por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meio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de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políticas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públicas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educação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conscientização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. A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tecnologia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deve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ser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desenvolvida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com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responsabilidade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social,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levando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em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consideração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seus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impactos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na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sociedade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e no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meio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 </a:t>
            </a:r>
            <a:r>
              <a:rPr lang="en-US" sz="4816" strike="noStrike" dirty="0" err="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ambiente</a:t>
            </a:r>
            <a:r>
              <a:rPr lang="en-US" sz="4816" strike="noStrike" dirty="0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.</a:t>
            </a:r>
            <a:endParaRPr lang="en-US" sz="4816" strike="noStrike" dirty="0">
              <a:solidFill>
                <a:srgbClr val="1800AD"/>
              </a:solidFill>
              <a:latin typeface="Craggy"/>
              <a:ea typeface="Craggy"/>
              <a:cs typeface="Craggy"/>
              <a:sym typeface="Craggy"/>
              <a:hlinkClick r:id="rId2" tooltip="https://www.bing.com/ck/a?!&amp;&amp;p=03c26205177e11fb29592c10187eabbf91ee89568e4a7b1c9757892bd209a1b7JmltdHM9MTc3NTc3OTIwMA&amp;ptn=3&amp;ver=2&amp;hsh=4&amp;fclid=0d7ec352-58ed-6901-36db-d465599468f9&amp;u=a1aHR0cHM6Ly9yYWJpc2NvZGFoaXN0b3JpYS5jb20vcmVsYWNhby1lbnRyZS10ZWNub2xvZ2lhLWUtc29jaWVkYWRlLWltcGFjdG9zLWUtcG9zc2liaWxpZGFkZXMv&amp;ntb=1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1314">
            <a:off x="-1978295" y="857"/>
            <a:ext cx="9722940" cy="4608269"/>
          </a:xfrm>
          <a:custGeom>
            <a:avLst/>
            <a:gdLst/>
            <a:ahLst/>
            <a:cxnLst/>
            <a:rect l="l" t="t" r="r" b="b"/>
            <a:pathLst>
              <a:path w="9722940" h="4608269">
                <a:moveTo>
                  <a:pt x="0" y="0"/>
                </a:moveTo>
                <a:lnTo>
                  <a:pt x="9722940" y="0"/>
                </a:lnTo>
                <a:lnTo>
                  <a:pt x="9722940" y="4608268"/>
                </a:lnTo>
                <a:lnTo>
                  <a:pt x="0" y="460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99029" y="3833744"/>
            <a:ext cx="12354291" cy="3797716"/>
            <a:chOff x="0" y="0"/>
            <a:chExt cx="3253805" cy="10002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3805" cy="1000222"/>
            </a:xfrm>
            <a:custGeom>
              <a:avLst/>
              <a:gdLst/>
              <a:ahLst/>
              <a:cxnLst/>
              <a:rect l="l" t="t" r="r" b="b"/>
              <a:pathLst>
                <a:path w="3253805" h="1000222">
                  <a:moveTo>
                    <a:pt x="10653" y="0"/>
                  </a:moveTo>
                  <a:lnTo>
                    <a:pt x="3243152" y="0"/>
                  </a:lnTo>
                  <a:cubicBezTo>
                    <a:pt x="3245977" y="0"/>
                    <a:pt x="3248687" y="1122"/>
                    <a:pt x="3250685" y="3120"/>
                  </a:cubicBezTo>
                  <a:cubicBezTo>
                    <a:pt x="3252682" y="5118"/>
                    <a:pt x="3253805" y="7828"/>
                    <a:pt x="3253805" y="10653"/>
                  </a:cubicBezTo>
                  <a:lnTo>
                    <a:pt x="3253805" y="989568"/>
                  </a:lnTo>
                  <a:cubicBezTo>
                    <a:pt x="3253805" y="992394"/>
                    <a:pt x="3252682" y="995104"/>
                    <a:pt x="3250685" y="997101"/>
                  </a:cubicBezTo>
                  <a:cubicBezTo>
                    <a:pt x="3248687" y="999099"/>
                    <a:pt x="3245977" y="1000222"/>
                    <a:pt x="3243152" y="1000222"/>
                  </a:cubicBezTo>
                  <a:lnTo>
                    <a:pt x="10653" y="1000222"/>
                  </a:lnTo>
                  <a:cubicBezTo>
                    <a:pt x="7828" y="1000222"/>
                    <a:pt x="5118" y="999099"/>
                    <a:pt x="3120" y="997101"/>
                  </a:cubicBezTo>
                  <a:cubicBezTo>
                    <a:pt x="1122" y="995104"/>
                    <a:pt x="0" y="992394"/>
                    <a:pt x="0" y="989568"/>
                  </a:cubicBezTo>
                  <a:lnTo>
                    <a:pt x="0" y="10653"/>
                  </a:lnTo>
                  <a:cubicBezTo>
                    <a:pt x="0" y="7828"/>
                    <a:pt x="1122" y="5118"/>
                    <a:pt x="3120" y="3120"/>
                  </a:cubicBezTo>
                  <a:cubicBezTo>
                    <a:pt x="5118" y="1122"/>
                    <a:pt x="7828" y="0"/>
                    <a:pt x="1065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53805" cy="1038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36131" y="3683832"/>
            <a:ext cx="5814893" cy="242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06"/>
              </a:lnSpc>
              <a:spcBef>
                <a:spcPct val="0"/>
              </a:spcBef>
            </a:pPr>
            <a:r>
              <a:rPr lang="en-US" sz="12719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Releitura: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24092" y="5907843"/>
            <a:ext cx="7884914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MEme usando a Obra “God of war”</a:t>
            </a:r>
          </a:p>
        </p:txBody>
      </p:sp>
      <p:sp>
        <p:nvSpPr>
          <p:cNvPr id="8" name="Freeform 8"/>
          <p:cNvSpPr/>
          <p:nvPr/>
        </p:nvSpPr>
        <p:spPr>
          <a:xfrm rot="1073942">
            <a:off x="13658619" y="637067"/>
            <a:ext cx="4701785" cy="3531299"/>
          </a:xfrm>
          <a:custGeom>
            <a:avLst/>
            <a:gdLst/>
            <a:ahLst/>
            <a:cxnLst/>
            <a:rect l="l" t="t" r="r" b="b"/>
            <a:pathLst>
              <a:path w="4701785" h="3531299">
                <a:moveTo>
                  <a:pt x="0" y="0"/>
                </a:moveTo>
                <a:lnTo>
                  <a:pt x="4701786" y="0"/>
                </a:lnTo>
                <a:lnTo>
                  <a:pt x="4701786" y="3531299"/>
                </a:lnTo>
                <a:lnTo>
                  <a:pt x="0" y="3531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80" b="-298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77209"/>
            <a:ext cx="8264686" cy="5509791"/>
          </a:xfrm>
          <a:custGeom>
            <a:avLst/>
            <a:gdLst/>
            <a:ahLst/>
            <a:cxnLst/>
            <a:rect l="l" t="t" r="r" b="b"/>
            <a:pathLst>
              <a:path w="8264686" h="5509791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42193" y="4648199"/>
            <a:ext cx="1318947" cy="990602"/>
          </a:xfrm>
          <a:custGeom>
            <a:avLst/>
            <a:gdLst/>
            <a:ahLst/>
            <a:cxnLst/>
            <a:rect l="l" t="t" r="r" b="b"/>
            <a:pathLst>
              <a:path w="1318947" h="990602">
                <a:moveTo>
                  <a:pt x="0" y="0"/>
                </a:moveTo>
                <a:lnTo>
                  <a:pt x="1318948" y="0"/>
                </a:lnTo>
                <a:lnTo>
                  <a:pt x="1318948" y="990602"/>
                </a:lnTo>
                <a:lnTo>
                  <a:pt x="0" y="990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2954425" y="-342900"/>
            <a:ext cx="19083508" cy="168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64"/>
              </a:lnSpc>
              <a:spcBef>
                <a:spcPct val="0"/>
              </a:spcBef>
            </a:pPr>
            <a:r>
              <a:rPr lang="en-US" sz="8831">
                <a:solidFill>
                  <a:srgbClr val="1800AD"/>
                </a:solidFill>
                <a:latin typeface="Craggy"/>
                <a:ea typeface="Craggy"/>
                <a:cs typeface="Craggy"/>
                <a:sym typeface="Craggy"/>
              </a:rPr>
              <a:t>Eu indo ver meu maior inimigo: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Personalizar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Craggy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 do seu parágrafo</dc:title>
  <cp:lastModifiedBy>Willian Raphael Carvalho Da Silva</cp:lastModifiedBy>
  <cp:revision>2</cp:revision>
  <dcterms:created xsi:type="dcterms:W3CDTF">2006-08-16T00:00:00Z</dcterms:created>
  <dcterms:modified xsi:type="dcterms:W3CDTF">2026-04-10T23:33:45Z</dcterms:modified>
  <dc:identifier>DAHGfmUNRHc</dc:identifier>
</cp:coreProperties>
</file>